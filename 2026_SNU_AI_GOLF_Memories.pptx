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image" Target="../media/image-1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698480" cy="5394960"/>
          </a:xfrm>
          <a:prstGeom prst="rect">
            <a:avLst/>
          </a:prstGeom>
          <a:noFill/>
          <a:ln w="25400">
            <a:solidFill>
              <a:srgbClr val="F1C4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164592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C4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SNU AI CEO 4기 골프회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7280" y="2377440"/>
            <a:ext cx="9966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추억의 그린 메모리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097280" y="384048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0E0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2025.12 임원회의 ~ 2026.09 월례회 라운드 기록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4846320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1C4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🎖️ 11월 납회식 특별 기념 프레젠테이션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 2026 SNU AI GOLF 활동 타임라인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25400">
            <a:solidFill>
              <a:srgbClr val="D354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63040"/>
            <a:ext cx="5212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2025.12.17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94560" y="15544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[여의도 증권사 사무실] 26년을 위한 골프회 임원 회의.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240280"/>
            <a:ext cx="5212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317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20260205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94560" y="2331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[cruise] cruise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017520"/>
            <a:ext cx="5212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089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2026.02.06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94560" y="31089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[소노펠리체CC in 하이퐁] 테스트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5212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862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2026.02.07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94560" y="3886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[소노펠리체CC in 하이퐁] 베트남 하이퐁 워크샾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572000"/>
            <a:ext cx="5212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6634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2026.03.24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46634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[신원CC] 3월 월례회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349240"/>
            <a:ext cx="5212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4406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2026.04.03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194560" y="54406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[아시아나cc] 회장단 라운드 for 5/27 원우회장 배 골프대회 준비 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1463040"/>
            <a:ext cx="5212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15544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2026.04.22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680960" y="15544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[신원CC] 4월 월례회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17920" y="2240280"/>
            <a:ext cx="5212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23317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2026.05.27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680960" y="2331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[신원CC] 5월 월례회. 웜우회장 배 골대회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3017520"/>
            <a:ext cx="5212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31089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2026.6.24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680960" y="31089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[신원CC] 6월 월례회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217920" y="3794760"/>
            <a:ext cx="5212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0" y="38862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2026.07.10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680960" y="3886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[스마트KU] T&amp;T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72000"/>
            <a:ext cx="5212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46634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2026.07.22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680960" y="46634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[베어크리크 크리크 코스] 7월 벙개 라운딩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217920" y="5349240"/>
            <a:ext cx="5212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54406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2026.09.30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680960" y="54406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[신원CC] 9월 월례회 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2025.12.17 | 여의도 증권사 사무실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"26년을 위한 골프회 임원 회의."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c77f1e6e-8a51-4288-b7d5-9b3f454b36d2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463040"/>
            <a:ext cx="81381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20260205 | cruise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"cruise"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568c4a1f-b54f-4a8c-876d-97a26b0a6704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463040"/>
            <a:ext cx="81381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2026.02.06 | 소노펠리체CC in 하이퐁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"테스트"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1e0ec71e-20ac-46bf-8ab1-c06128028204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463040"/>
            <a:ext cx="81381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2026.02.07 | 소노펠리체CC in 하이퐁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"베트남 하이퐁 워크샾"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af558d36-bbea-4d77-8bac-67af95247ecd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5120640" cy="2240280"/>
          </a:xfrm>
          <a:prstGeom prst="rect">
            <a:avLst/>
          </a:prstGeom>
        </p:spPr>
      </p:pic>
      <p:pic>
        <p:nvPicPr>
          <p:cNvPr id="6" name="Image 1" descr="C:\Users\pcs10\.gemini\antigravity\scratch\snu-ai-golf4\scratch\temp_images\img_af558d36-bbea-4d77-8bac-67af95247ecd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463040"/>
            <a:ext cx="5120640" cy="2240280"/>
          </a:xfrm>
          <a:prstGeom prst="rect">
            <a:avLst/>
          </a:prstGeom>
        </p:spPr>
      </p:pic>
      <p:pic>
        <p:nvPicPr>
          <p:cNvPr id="7" name="Image 2" descr="C:\Users\pcs10\.gemini\antigravity\scratch\snu-ai-golf4\scratch\temp_images\img_af558d36-bbea-4d77-8bac-67af95247ecd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1520" y="3977640"/>
            <a:ext cx="5120640" cy="2240280"/>
          </a:xfrm>
          <a:prstGeom prst="rect">
            <a:avLst/>
          </a:prstGeom>
        </p:spPr>
      </p:pic>
      <p:pic>
        <p:nvPicPr>
          <p:cNvPr id="8" name="Image 3" descr="C:\Users\pcs10\.gemini\antigravity\scratch\snu-ai-golf4\scratch\temp_images\img_af558d36-bbea-4d77-8bac-67af95247ecd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3977640"/>
            <a:ext cx="512064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📸 2026.02.07 소노펠리체CC in 하이퐁 - 주요 현장 컷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4" name="Image 0" descr="C:\Users\pcs10\.gemini\antigravity\scratch\snu-ai-golf4\scratch\temp_images\img_af558d36-bbea-4d77-8bac-67af95247ecd_extra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280160"/>
            <a:ext cx="5120640" cy="2286000"/>
          </a:xfrm>
          <a:prstGeom prst="rect">
            <a:avLst/>
          </a:prstGeom>
        </p:spPr>
      </p:pic>
      <p:pic>
        <p:nvPicPr>
          <p:cNvPr id="5" name="Image 1" descr="C:\Users\pcs10\.gemini\antigravity\scratch\snu-ai-golf4\scratch\temp_images\img_af558d36-bbea-4d77-8bac-67af95247ecd_extra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120640" cy="2286000"/>
          </a:xfrm>
          <a:prstGeom prst="rect">
            <a:avLst/>
          </a:prstGeom>
        </p:spPr>
      </p:pic>
      <p:pic>
        <p:nvPicPr>
          <p:cNvPr id="6" name="Image 2" descr="C:\Users\pcs10\.gemini\antigravity\scratch\snu-ai-golf4\scratch\temp_images\img_af558d36-bbea-4d77-8bac-67af95247ecd_extra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1520" y="3840480"/>
            <a:ext cx="5120640" cy="2286000"/>
          </a:xfrm>
          <a:prstGeom prst="rect">
            <a:avLst/>
          </a:prstGeom>
        </p:spPr>
      </p:pic>
      <p:pic>
        <p:nvPicPr>
          <p:cNvPr id="7" name="Image 3" descr="C:\Users\pcs10\.gemini\antigravity\scratch\snu-ai-golf4\scratch\temp_images\img_af558d36-bbea-4d77-8bac-67af95247ecd_extra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3840480"/>
            <a:ext cx="512064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2026.03.24 | 신원CC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"3월 월례회"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8963bc05-ea1f-4082-87b5-5d04574f9a6d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5120640" cy="2240280"/>
          </a:xfrm>
          <a:prstGeom prst="rect">
            <a:avLst/>
          </a:prstGeom>
        </p:spPr>
      </p:pic>
      <p:pic>
        <p:nvPicPr>
          <p:cNvPr id="6" name="Image 1" descr="C:\Users\pcs10\.gemini\antigravity\scratch\snu-ai-golf4\scratch\temp_images\img_8963bc05-ea1f-4082-87b5-5d04574f9a6d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463040"/>
            <a:ext cx="5120640" cy="2240280"/>
          </a:xfrm>
          <a:prstGeom prst="rect">
            <a:avLst/>
          </a:prstGeom>
        </p:spPr>
      </p:pic>
      <p:pic>
        <p:nvPicPr>
          <p:cNvPr id="7" name="Image 2" descr="C:\Users\pcs10\.gemini\antigravity\scratch\snu-ai-golf4\scratch\temp_images\img_8963bc05-ea1f-4082-87b5-5d04574f9a6d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1520" y="3977640"/>
            <a:ext cx="5120640" cy="2240280"/>
          </a:xfrm>
          <a:prstGeom prst="rect">
            <a:avLst/>
          </a:prstGeom>
        </p:spPr>
      </p:pic>
      <p:pic>
        <p:nvPicPr>
          <p:cNvPr id="8" name="Image 3" descr="C:\Users\pcs10\.gemini\antigravity\scratch\snu-ai-golf4\scratch\temp_images\img_8963bc05-ea1f-4082-87b5-5d04574f9a6d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3977640"/>
            <a:ext cx="512064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📸 2026.03.24 신원CC - 주요 현장 컷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4" name="Image 0" descr="C:\Users\pcs10\.gemini\antigravity\scratch\snu-ai-golf4\scratch\temp_images\img_8963bc05-ea1f-4082-87b5-5d04574f9a6d_extra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280160"/>
            <a:ext cx="5120640" cy="2286000"/>
          </a:xfrm>
          <a:prstGeom prst="rect">
            <a:avLst/>
          </a:prstGeom>
        </p:spPr>
      </p:pic>
      <p:pic>
        <p:nvPicPr>
          <p:cNvPr id="5" name="Image 1" descr="C:\Users\pcs10\.gemini\antigravity\scratch\snu-ai-golf4\scratch\temp_images\img_8963bc05-ea1f-4082-87b5-5d04574f9a6d_extra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120640" cy="2286000"/>
          </a:xfrm>
          <a:prstGeom prst="rect">
            <a:avLst/>
          </a:prstGeom>
        </p:spPr>
      </p:pic>
      <p:pic>
        <p:nvPicPr>
          <p:cNvPr id="6" name="Image 2" descr="C:\Users\pcs10\.gemini\antigravity\scratch\snu-ai-golf4\scratch\temp_images\img_8963bc05-ea1f-4082-87b5-5d04574f9a6d_extra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1520" y="3840480"/>
            <a:ext cx="5120640" cy="2286000"/>
          </a:xfrm>
          <a:prstGeom prst="rect">
            <a:avLst/>
          </a:prstGeom>
        </p:spPr>
      </p:pic>
      <p:pic>
        <p:nvPicPr>
          <p:cNvPr id="7" name="Image 3" descr="C:\Users\pcs10\.gemini\antigravity\scratch\snu-ai-golf4\scratch\temp_images\img_8963bc05-ea1f-4082-87b5-5d04574f9a6d_extra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3840480"/>
            <a:ext cx="512064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2026.04.03 | 아시아나cc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"회장단 라운드 for 5/27 원우회장 배 골프대회 준비 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de5e5e60-eaf9-46d3-89d4-39de4a244c94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5120640" cy="2240280"/>
          </a:xfrm>
          <a:prstGeom prst="rect">
            <a:avLst/>
          </a:prstGeom>
        </p:spPr>
      </p:pic>
      <p:pic>
        <p:nvPicPr>
          <p:cNvPr id="6" name="Image 1" descr="C:\Users\pcs10\.gemini\antigravity\scratch\snu-ai-golf4\scratch\temp_images\img_de5e5e60-eaf9-46d3-89d4-39de4a244c94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463040"/>
            <a:ext cx="5120640" cy="2240280"/>
          </a:xfrm>
          <a:prstGeom prst="rect">
            <a:avLst/>
          </a:prstGeom>
        </p:spPr>
      </p:pic>
      <p:pic>
        <p:nvPicPr>
          <p:cNvPr id="7" name="Image 2" descr="C:\Users\pcs10\.gemini\antigravity\scratch\snu-ai-golf4\scratch\temp_images\img_de5e5e60-eaf9-46d3-89d4-39de4a244c94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1520" y="3977640"/>
            <a:ext cx="5120640" cy="2240280"/>
          </a:xfrm>
          <a:prstGeom prst="rect">
            <a:avLst/>
          </a:prstGeom>
        </p:spPr>
      </p:pic>
      <p:pic>
        <p:nvPicPr>
          <p:cNvPr id="8" name="Image 3" descr="C:\Users\pcs10\.gemini\antigravity\scratch\snu-ai-golf4\scratch\temp_images\img_de5e5e60-eaf9-46d3-89d4-39de4a244c94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3977640"/>
            <a:ext cx="512064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📸 2026.04.03 아시아나cc - 주요 현장 컷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4" name="Image 0" descr="C:\Users\pcs10\.gemini\antigravity\scratch\snu-ai-golf4\scratch\temp_images\img_de5e5e60-eaf9-46d3-89d4-39de4a244c94_extra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280160"/>
            <a:ext cx="5120640" cy="2286000"/>
          </a:xfrm>
          <a:prstGeom prst="rect">
            <a:avLst/>
          </a:prstGeom>
        </p:spPr>
      </p:pic>
      <p:pic>
        <p:nvPicPr>
          <p:cNvPr id="5" name="Image 1" descr="C:\Users\pcs10\.gemini\antigravity\scratch\snu-ai-golf4\scratch\temp_images\img_de5e5e60-eaf9-46d3-89d4-39de4a244c94_extra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120640" cy="2286000"/>
          </a:xfrm>
          <a:prstGeom prst="rect">
            <a:avLst/>
          </a:prstGeom>
        </p:spPr>
      </p:pic>
      <p:pic>
        <p:nvPicPr>
          <p:cNvPr id="6" name="Image 2" descr="C:\Users\pcs10\.gemini\antigravity\scratch\snu-ai-golf4\scratch\temp_images\img_de5e5e60-eaf9-46d3-89d4-39de4a244c94_extra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1520" y="3840480"/>
            <a:ext cx="5120640" cy="2286000"/>
          </a:xfrm>
          <a:prstGeom prst="rect">
            <a:avLst/>
          </a:prstGeom>
        </p:spPr>
      </p:pic>
      <p:pic>
        <p:nvPicPr>
          <p:cNvPr id="7" name="Image 3" descr="C:\Users\pcs10\.gemini\antigravity\scratch\snu-ai-golf4\scratch\temp_images\img_de5e5e60-eaf9-46d3-89d4-39de4a244c94_extra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3840480"/>
            <a:ext cx="512064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2026.04.22 | 신원CC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"4월 월례회"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8e83bf18-54ca-4d6e-8fad-e906c2cf522d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5120640" cy="2240280"/>
          </a:xfrm>
          <a:prstGeom prst="rect">
            <a:avLst/>
          </a:prstGeom>
        </p:spPr>
      </p:pic>
      <p:pic>
        <p:nvPicPr>
          <p:cNvPr id="6" name="Image 1" descr="C:\Users\pcs10\.gemini\antigravity\scratch\snu-ai-golf4\scratch\temp_images\img_8e83bf18-54ca-4d6e-8fad-e906c2cf522d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463040"/>
            <a:ext cx="5120640" cy="2240280"/>
          </a:xfrm>
          <a:prstGeom prst="rect">
            <a:avLst/>
          </a:prstGeom>
        </p:spPr>
      </p:pic>
      <p:pic>
        <p:nvPicPr>
          <p:cNvPr id="7" name="Image 2" descr="C:\Users\pcs10\.gemini\antigravity\scratch\snu-ai-golf4\scratch\temp_images\img_8e83bf18-54ca-4d6e-8fad-e906c2cf522d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1520" y="3977640"/>
            <a:ext cx="5120640" cy="2240280"/>
          </a:xfrm>
          <a:prstGeom prst="rect">
            <a:avLst/>
          </a:prstGeom>
        </p:spPr>
      </p:pic>
      <p:pic>
        <p:nvPicPr>
          <p:cNvPr id="8" name="Image 3" descr="C:\Users\pcs10\.gemini\antigravity\scratch\snu-ai-golf4\scratch\temp_images\img_8e83bf18-54ca-4d6e-8fad-e906c2cf522d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3977640"/>
            <a:ext cx="512064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📸 2026.04.22 신원CC - 주요 현장 컷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4" name="Image 0" descr="C:\Users\pcs10\.gemini\antigravity\scratch\snu-ai-golf4\scratch\temp_images\img_8e83bf18-54ca-4d6e-8fad-e906c2cf522d_extra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280160"/>
            <a:ext cx="5120640" cy="2286000"/>
          </a:xfrm>
          <a:prstGeom prst="rect">
            <a:avLst/>
          </a:prstGeom>
        </p:spPr>
      </p:pic>
      <p:pic>
        <p:nvPicPr>
          <p:cNvPr id="5" name="Image 1" descr="C:\Users\pcs10\.gemini\antigravity\scratch\snu-ai-golf4\scratch\temp_images\img_8e83bf18-54ca-4d6e-8fad-e906c2cf522d_extra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120640" cy="2286000"/>
          </a:xfrm>
          <a:prstGeom prst="rect">
            <a:avLst/>
          </a:prstGeom>
        </p:spPr>
      </p:pic>
      <p:pic>
        <p:nvPicPr>
          <p:cNvPr id="6" name="Image 2" descr="C:\Users\pcs10\.gemini\antigravity\scratch\snu-ai-golf4\scratch\temp_images\img_8e83bf18-54ca-4d6e-8fad-e906c2cf522d_extra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1520" y="3840480"/>
            <a:ext cx="5120640" cy="2286000"/>
          </a:xfrm>
          <a:prstGeom prst="rect">
            <a:avLst/>
          </a:prstGeom>
        </p:spPr>
      </p:pic>
      <p:pic>
        <p:nvPicPr>
          <p:cNvPr id="7" name="Image 3" descr="C:\Users\pcs10\.gemini\antigravity\scratch\snu-ai-golf4\scratch\temp_images\img_8e83bf18-54ca-4d6e-8fad-e906c2cf522d_extra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3840480"/>
            <a:ext cx="512064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2026.05.27 | 신원CC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"5월 월례회. 웜우회장 배 골대회"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cc2a1dfd-015f-4df3-8510-3b5bfc4586b7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5120640" cy="2240280"/>
          </a:xfrm>
          <a:prstGeom prst="rect">
            <a:avLst/>
          </a:prstGeom>
        </p:spPr>
      </p:pic>
      <p:pic>
        <p:nvPicPr>
          <p:cNvPr id="6" name="Image 1" descr="C:\Users\pcs10\.gemini\antigravity\scratch\snu-ai-golf4\scratch\temp_images\img_cc2a1dfd-015f-4df3-8510-3b5bfc4586b7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463040"/>
            <a:ext cx="5120640" cy="2240280"/>
          </a:xfrm>
          <a:prstGeom prst="rect">
            <a:avLst/>
          </a:prstGeom>
        </p:spPr>
      </p:pic>
      <p:pic>
        <p:nvPicPr>
          <p:cNvPr id="7" name="Image 2" descr="C:\Users\pcs10\.gemini\antigravity\scratch\snu-ai-golf4\scratch\temp_images\img_cc2a1dfd-015f-4df3-8510-3b5bfc4586b7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1520" y="3977640"/>
            <a:ext cx="5120640" cy="2240280"/>
          </a:xfrm>
          <a:prstGeom prst="rect">
            <a:avLst/>
          </a:prstGeom>
        </p:spPr>
      </p:pic>
      <p:pic>
        <p:nvPicPr>
          <p:cNvPr id="8" name="Image 3" descr="C:\Users\pcs10\.gemini\antigravity\scratch\snu-ai-golf4\scratch\temp_images\img_cc2a1dfd-015f-4df3-8510-3b5bfc4586b7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3977640"/>
            <a:ext cx="512064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📸 2026.05.27 신원CC - 주요 현장 컷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4" name="Image 0" descr="C:\Users\pcs10\.gemini\antigravity\scratch\snu-ai-golf4\scratch\temp_images\img_cc2a1dfd-015f-4df3-8510-3b5bfc4586b7_extra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280160"/>
            <a:ext cx="5120640" cy="2286000"/>
          </a:xfrm>
          <a:prstGeom prst="rect">
            <a:avLst/>
          </a:prstGeom>
        </p:spPr>
      </p:pic>
      <p:pic>
        <p:nvPicPr>
          <p:cNvPr id="5" name="Image 1" descr="C:\Users\pcs10\.gemini\antigravity\scratch\snu-ai-golf4\scratch\temp_images\img_cc2a1dfd-015f-4df3-8510-3b5bfc4586b7_extra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120640" cy="2286000"/>
          </a:xfrm>
          <a:prstGeom prst="rect">
            <a:avLst/>
          </a:prstGeom>
        </p:spPr>
      </p:pic>
      <p:pic>
        <p:nvPicPr>
          <p:cNvPr id="6" name="Image 2" descr="C:\Users\pcs10\.gemini\antigravity\scratch\snu-ai-golf4\scratch\temp_images\img_cc2a1dfd-015f-4df3-8510-3b5bfc4586b7_extra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1520" y="3840480"/>
            <a:ext cx="5120640" cy="2286000"/>
          </a:xfrm>
          <a:prstGeom prst="rect">
            <a:avLst/>
          </a:prstGeom>
        </p:spPr>
      </p:pic>
      <p:pic>
        <p:nvPicPr>
          <p:cNvPr id="7" name="Image 3" descr="C:\Users\pcs10\.gemini\antigravity\scratch\snu-ai-golf4\scratch\temp_images\img_cc2a1dfd-015f-4df3-8510-3b5bfc4586b7_extra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3840480"/>
            <a:ext cx="512064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2026.6.24 | 신원CC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"6월 월례회"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16be369f-2389-47c6-be08-ed9e00d1e6c8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5120640" cy="2240280"/>
          </a:xfrm>
          <a:prstGeom prst="rect">
            <a:avLst/>
          </a:prstGeom>
        </p:spPr>
      </p:pic>
      <p:pic>
        <p:nvPicPr>
          <p:cNvPr id="6" name="Image 1" descr="C:\Users\pcs10\.gemini\antigravity\scratch\snu-ai-golf4\scratch\temp_images\img_16be369f-2389-47c6-be08-ed9e00d1e6c8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463040"/>
            <a:ext cx="5120640" cy="2240280"/>
          </a:xfrm>
          <a:prstGeom prst="rect">
            <a:avLst/>
          </a:prstGeom>
        </p:spPr>
      </p:pic>
      <p:pic>
        <p:nvPicPr>
          <p:cNvPr id="7" name="Image 2" descr="C:\Users\pcs10\.gemini\antigravity\scratch\snu-ai-golf4\scratch\temp_images\img_16be369f-2389-47c6-be08-ed9e00d1e6c8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1520" y="3977640"/>
            <a:ext cx="5120640" cy="2240280"/>
          </a:xfrm>
          <a:prstGeom prst="rect">
            <a:avLst/>
          </a:prstGeom>
        </p:spPr>
      </p:pic>
      <p:pic>
        <p:nvPicPr>
          <p:cNvPr id="8" name="Image 3" descr="C:\Users\pcs10\.gemini\antigravity\scratch\snu-ai-golf4\scratch\temp_images\img_16be369f-2389-47c6-be08-ed9e00d1e6c8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3977640"/>
            <a:ext cx="512064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📸 2026.6.24 신원CC - 주요 현장 컷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4" name="Image 0" descr="C:\Users\pcs10\.gemini\antigravity\scratch\snu-ai-golf4\scratch\temp_images\img_16be369f-2389-47c6-be08-ed9e00d1e6c8_extra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280160"/>
            <a:ext cx="5120640" cy="2286000"/>
          </a:xfrm>
          <a:prstGeom prst="rect">
            <a:avLst/>
          </a:prstGeom>
        </p:spPr>
      </p:pic>
      <p:pic>
        <p:nvPicPr>
          <p:cNvPr id="5" name="Image 1" descr="C:\Users\pcs10\.gemini\antigravity\scratch\snu-ai-golf4\scratch\temp_images\img_16be369f-2389-47c6-be08-ed9e00d1e6c8_extra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120640" cy="2286000"/>
          </a:xfrm>
          <a:prstGeom prst="rect">
            <a:avLst/>
          </a:prstGeom>
        </p:spPr>
      </p:pic>
      <p:pic>
        <p:nvPicPr>
          <p:cNvPr id="6" name="Image 2" descr="C:\Users\pcs10\.gemini\antigravity\scratch\snu-ai-golf4\scratch\temp_images\img_16be369f-2389-47c6-be08-ed9e00d1e6c8_extra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1520" y="3840480"/>
            <a:ext cx="5120640" cy="2286000"/>
          </a:xfrm>
          <a:prstGeom prst="rect">
            <a:avLst/>
          </a:prstGeom>
        </p:spPr>
      </p:pic>
      <p:pic>
        <p:nvPicPr>
          <p:cNvPr id="7" name="Image 3" descr="C:\Users\pcs10\.gemini\antigravity\scratch\snu-ai-golf4\scratch\temp_images\img_16be369f-2389-47c6-be08-ed9e00d1e6c8_extra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3840480"/>
            <a:ext cx="512064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2026.07.10 | 스마트KU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"T&amp;T"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b8ea4d4e-d777-4ef1-9f25-94dd187be584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5120640" cy="2240280"/>
          </a:xfrm>
          <a:prstGeom prst="rect">
            <a:avLst/>
          </a:prstGeom>
        </p:spPr>
      </p:pic>
      <p:pic>
        <p:nvPicPr>
          <p:cNvPr id="6" name="Image 1" descr="C:\Users\pcs10\.gemini\antigravity\scratch\snu-ai-golf4\scratch\temp_images\img_b8ea4d4e-d777-4ef1-9f25-94dd187be584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463040"/>
            <a:ext cx="5120640" cy="2240280"/>
          </a:xfrm>
          <a:prstGeom prst="rect">
            <a:avLst/>
          </a:prstGeom>
        </p:spPr>
      </p:pic>
      <p:pic>
        <p:nvPicPr>
          <p:cNvPr id="7" name="Image 2" descr="C:\Users\pcs10\.gemini\antigravity\scratch\snu-ai-golf4\scratch\temp_images\img_b8ea4d4e-d777-4ef1-9f25-94dd187be584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1520" y="3977640"/>
            <a:ext cx="5120640" cy="2240280"/>
          </a:xfrm>
          <a:prstGeom prst="rect">
            <a:avLst/>
          </a:prstGeom>
        </p:spPr>
      </p:pic>
      <p:pic>
        <p:nvPicPr>
          <p:cNvPr id="8" name="Image 3" descr="C:\Users\pcs10\.gemini\antigravity\scratch\snu-ai-golf4\scratch\temp_images\img_b8ea4d4e-d777-4ef1-9f25-94dd187be584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3977640"/>
            <a:ext cx="512064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📸 2026.07.10 스마트KU - 주요 현장 컷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4" name="Image 0" descr="C:\Users\pcs10\.gemini\antigravity\scratch\snu-ai-golf4\scratch\temp_images\img_b8ea4d4e-d777-4ef1-9f25-94dd187be584_extra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280160"/>
            <a:ext cx="5120640" cy="2286000"/>
          </a:xfrm>
          <a:prstGeom prst="rect">
            <a:avLst/>
          </a:prstGeom>
        </p:spPr>
      </p:pic>
      <p:pic>
        <p:nvPicPr>
          <p:cNvPr id="5" name="Image 1" descr="C:\Users\pcs10\.gemini\antigravity\scratch\snu-ai-golf4\scratch\temp_images\img_b8ea4d4e-d777-4ef1-9f25-94dd187be584_extra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120640" cy="2286000"/>
          </a:xfrm>
          <a:prstGeom prst="rect">
            <a:avLst/>
          </a:prstGeom>
        </p:spPr>
      </p:pic>
      <p:pic>
        <p:nvPicPr>
          <p:cNvPr id="6" name="Image 2" descr="C:\Users\pcs10\.gemini\antigravity\scratch\snu-ai-golf4\scratch\temp_images\img_b8ea4d4e-d777-4ef1-9f25-94dd187be584_extra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1520" y="3840480"/>
            <a:ext cx="5120640" cy="2286000"/>
          </a:xfrm>
          <a:prstGeom prst="rect">
            <a:avLst/>
          </a:prstGeom>
        </p:spPr>
      </p:pic>
      <p:pic>
        <p:nvPicPr>
          <p:cNvPr id="7" name="Image 3" descr="C:\Users\pcs10\.gemini\antigravity\scratch\snu-ai-golf4\scratch\temp_images\img_b8ea4d4e-d777-4ef1-9f25-94dd187be584_extra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3840480"/>
            <a:ext cx="512064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2026.07.22 | 베어크리크 크리크 코스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"7월 벙개 라운딩"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c39e633b-41bb-4589-a045-74ac81b984ec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5120640" cy="2240280"/>
          </a:xfrm>
          <a:prstGeom prst="rect">
            <a:avLst/>
          </a:prstGeom>
        </p:spPr>
      </p:pic>
      <p:pic>
        <p:nvPicPr>
          <p:cNvPr id="6" name="Image 1" descr="C:\Users\pcs10\.gemini\antigravity\scratch\snu-ai-golf4\scratch\temp_images\img_c39e633b-41bb-4589-a045-74ac81b984ec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463040"/>
            <a:ext cx="5120640" cy="2240280"/>
          </a:xfrm>
          <a:prstGeom prst="rect">
            <a:avLst/>
          </a:prstGeom>
        </p:spPr>
      </p:pic>
      <p:pic>
        <p:nvPicPr>
          <p:cNvPr id="7" name="Image 2" descr="C:\Users\pcs10\.gemini\antigravity\scratch\snu-ai-golf4\scratch\temp_images\img_c39e633b-41bb-4589-a045-74ac81b984ec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1520" y="3977640"/>
            <a:ext cx="5120640" cy="2240280"/>
          </a:xfrm>
          <a:prstGeom prst="rect">
            <a:avLst/>
          </a:prstGeom>
        </p:spPr>
      </p:pic>
      <p:pic>
        <p:nvPicPr>
          <p:cNvPr id="8" name="Image 3" descr="C:\Users\pcs10\.gemini\antigravity\scratch\snu-ai-golf4\scratch\temp_images\img_c39e633b-41bb-4589-a045-74ac81b984ec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3977640"/>
            <a:ext cx="512064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2026.09.30 | 신원CC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"9월 월례회 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df67fec3-b6f2-4616-aeb1-c0cb4274df88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5120640" cy="2240280"/>
          </a:xfrm>
          <a:prstGeom prst="rect">
            <a:avLst/>
          </a:prstGeom>
        </p:spPr>
      </p:pic>
      <p:pic>
        <p:nvPicPr>
          <p:cNvPr id="6" name="Image 1" descr="C:\Users\pcs10\.gemini\antigravity\scratch\snu-ai-golf4\scratch\temp_images\img_df67fec3-b6f2-4616-aeb1-c0cb4274df88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463040"/>
            <a:ext cx="5120640" cy="2240280"/>
          </a:xfrm>
          <a:prstGeom prst="rect">
            <a:avLst/>
          </a:prstGeom>
        </p:spPr>
      </p:pic>
      <p:pic>
        <p:nvPicPr>
          <p:cNvPr id="7" name="Image 2" descr="C:\Users\pcs10\.gemini\antigravity\scratch\snu-ai-golf4\scratch\temp_images\img_df67fec3-b6f2-4616-aeb1-c0cb4274df88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1520" y="3977640"/>
            <a:ext cx="5120640" cy="2240280"/>
          </a:xfrm>
          <a:prstGeom prst="rect">
            <a:avLst/>
          </a:prstGeom>
        </p:spPr>
      </p:pic>
      <p:pic>
        <p:nvPicPr>
          <p:cNvPr id="8" name="Image 3" descr="C:\Users\pcs10\.gemini\antigravity\scratch\snu-ai-golf4\scratch\temp_images\img_df67fec3-b6f2-4616-aeb1-c0cb4274df88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3977640"/>
            <a:ext cx="512064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📸 2026.09.30 신원CC - 주요 현장 컷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4" name="Image 0" descr="C:\Users\pcs10\.gemini\antigravity\scratch\snu-ai-golf4\scratch\temp_images\img_df67fec3-b6f2-4616-aeb1-c0cb4274df88_extra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280160"/>
            <a:ext cx="5120640" cy="2286000"/>
          </a:xfrm>
          <a:prstGeom prst="rect">
            <a:avLst/>
          </a:prstGeom>
        </p:spPr>
      </p:pic>
      <p:pic>
        <p:nvPicPr>
          <p:cNvPr id="5" name="Image 1" descr="C:\Users\pcs10\.gemini\antigravity\scratch\snu-ai-golf4\scratch\temp_images\img_df67fec3-b6f2-4616-aeb1-c0cb4274df88_extra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120640" cy="2286000"/>
          </a:xfrm>
          <a:prstGeom prst="rect">
            <a:avLst/>
          </a:prstGeom>
        </p:spPr>
      </p:pic>
      <p:pic>
        <p:nvPicPr>
          <p:cNvPr id="6" name="Image 2" descr="C:\Users\pcs10\.gemini\antigravity\scratch\snu-ai-golf4\scratch\temp_images\img_df67fec3-b6f2-4616-aeb1-c0cb4274df88_extra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1520" y="3840480"/>
            <a:ext cx="5120640" cy="2286000"/>
          </a:xfrm>
          <a:prstGeom prst="rect">
            <a:avLst/>
          </a:prstGeom>
        </p:spPr>
      </p:pic>
      <p:pic>
        <p:nvPicPr>
          <p:cNvPr id="7" name="Image 3" descr="C:\Users\pcs10\.gemini\antigravity\scratch\snu-ai-golf4\scratch\temp_images\img_df67fec3-b6f2-4616-aeb1-c0cb4274df88_extra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3840480"/>
            <a:ext cx="512064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3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698480" cy="5394960"/>
          </a:xfrm>
          <a:prstGeom prst="rect">
            <a:avLst/>
          </a:prstGeom>
          <a:noFill/>
          <a:ln w="25400">
            <a:solidFill>
              <a:srgbClr val="F1C4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182880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1C4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SNU AI CEO 4기 골프회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7280" y="2560320"/>
            <a:ext cx="9966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함께해서 더욱 행복했던 2026 시즌!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097280" y="3931920"/>
            <a:ext cx="9966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원우 여러분의 멋진 플레이와 소중한 추억에 감사드립니다.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11월 납회식에서 기쁜 마음으로 뵙겠습니다! ⛳🏆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2026-10-04T12:51:12Z</dcterms:created>
  <dcterms:modified xsi:type="dcterms:W3CDTF">2026-10-04T12:51:12Z</dcterms:modified>
</cp:coreProperties>
</file>