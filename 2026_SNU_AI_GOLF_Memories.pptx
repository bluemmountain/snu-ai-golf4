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595360" cy="6309360"/>
          </a:xfrm>
          <a:prstGeom prst="rect">
            <a:avLst/>
          </a:prstGeom>
          <a:solidFill>
            <a:srgbClr val="1E3A2B"/>
          </a:solidFill>
          <a:ln w="25400">
            <a:solidFill>
              <a:srgbClr val="F1C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서울대학교 AICEO 4기 골프회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추억의 그린 메모리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임원회의 ~ 2026.09 월례회 라운드 기록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🎖️ 11월 납회식 특별 기념 프레젠테이션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2026 SNU AI GOLF 활동 타임라인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25400">
            <a:solidFill>
              <a:srgbClr val="D354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2025.12.17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91640" y="1325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[여의도 증권사 사무실] 26년을 위한 골프회 임원 회의.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20260205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91640" y="2194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[cruise] cruise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063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2026.02.06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[소노펠리체CC in 하이퐁] 테스트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2026.02.07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39319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[소노펠리체CC in 하이퐁] 베트남 하이퐁 워크샾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663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8006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2026.03.24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48006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3월 월례회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553212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5669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56692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[아시아나cc] 회장단 라운드 for 5/27 원우회장 배 골프대회 준비 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18872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325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2026.04.22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97880" y="1325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4월 월례회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05740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194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2026.05.27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2194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5월 월례회. 웜우회장 배 골대회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9260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063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2026.6.24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97880" y="3063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6월 월례회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37947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97880" y="39319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[스마트KU] T&amp;T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4663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48006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97880" y="48006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[베어크리크 크리크 코스] 7월 벙개 라운딩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3440" y="553212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5669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2026.09.30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897880" y="56692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[신원CC] 9월 월례회 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2025.12.17 | 여의도 증권사 사무실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"26년을 위한 골프회 임원 회의."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77f1e6e-8a51-4288-b7d5-9b3f454b36d2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188720"/>
            <a:ext cx="64008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20260205 | cruise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"cruise"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568c4a1f-b54f-4a8c-876d-97a26b0a670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188720"/>
            <a:ext cx="64008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2026.02.06 | 소노펠리체CC in 하이퐁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"테스트"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1e0ec71e-20ac-46bf-8ab1-c0612802820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188720"/>
            <a:ext cx="64008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2026.02.07 | 소노펠리체CC in 하이퐁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"베트남 하이퐁 워크샾"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af558d36-bbea-4d77-8bac-67af95247ec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af558d36-bbea-4d77-8bac-67af95247ec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af558d36-bbea-4d77-8bac-67af95247ec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af558d36-bbea-4d77-8bac-67af95247ec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2026.02.07 소노펠리체CC in 하이퐁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af558d36-bbea-4d77-8bac-67af95247ec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af558d36-bbea-4d77-8bac-67af95247ec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af558d36-bbea-4d77-8bac-67af95247ec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af558d36-bbea-4d77-8bac-67af95247ec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2026.03.24 | 신원CC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"3월 월례회"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8963bc05-ea1f-4082-87b5-5d04574f9a6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8963bc05-ea1f-4082-87b5-5d04574f9a6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8963bc05-ea1f-4082-87b5-5d04574f9a6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8963bc05-ea1f-4082-87b5-5d04574f9a6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2026.03.24 신원CC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8963bc05-ea1f-4082-87b5-5d04574f9a6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8963bc05-ea1f-4082-87b5-5d04574f9a6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8963bc05-ea1f-4082-87b5-5d04574f9a6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8963bc05-ea1f-4082-87b5-5d04574f9a6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2026.04.03 | 아시아나cc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"회장단 라운드 for 5/27 원우회장 배 골프대회 준비 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de5e5e60-eaf9-46d3-89d4-39de4a244c9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de5e5e60-eaf9-46d3-89d4-39de4a244c94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de5e5e60-eaf9-46d3-89d4-39de4a244c94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de5e5e60-eaf9-46d3-89d4-39de4a244c94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2026.04.03 아시아나cc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de5e5e60-eaf9-46d3-89d4-39de4a244c94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de5e5e60-eaf9-46d3-89d4-39de4a244c94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de5e5e60-eaf9-46d3-89d4-39de4a244c94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de5e5e60-eaf9-46d3-89d4-39de4a244c94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2026.04.22 | 신원CC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"4월 월례회"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8e83bf18-54ca-4d6e-8fad-e906c2cf522d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8e83bf18-54ca-4d6e-8fad-e906c2cf522d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8e83bf18-54ca-4d6e-8fad-e906c2cf522d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8e83bf18-54ca-4d6e-8fad-e906c2cf522d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2026.04.22 신원CC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8e83bf18-54ca-4d6e-8fad-e906c2cf522d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8e83bf18-54ca-4d6e-8fad-e906c2cf522d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8e83bf18-54ca-4d6e-8fad-e906c2cf522d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8e83bf18-54ca-4d6e-8fad-e906c2cf522d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2026.05.27 | 신원CC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"5월 월례회. 웜우회장 배 골대회"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c2a1dfd-015f-4df3-8510-3b5bfc4586b7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cc2a1dfd-015f-4df3-8510-3b5bfc4586b7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cc2a1dfd-015f-4df3-8510-3b5bfc4586b7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cc2a1dfd-015f-4df3-8510-3b5bfc4586b7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2026.05.27 신원CC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cc2a1dfd-015f-4df3-8510-3b5bfc4586b7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cc2a1dfd-015f-4df3-8510-3b5bfc4586b7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cc2a1dfd-015f-4df3-8510-3b5bfc4586b7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cc2a1dfd-015f-4df3-8510-3b5bfc4586b7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2026.6.24 | 신원CC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"6월 월례회"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16be369f-2389-47c6-be08-ed9e00d1e6c8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16be369f-2389-47c6-be08-ed9e00d1e6c8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16be369f-2389-47c6-be08-ed9e00d1e6c8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16be369f-2389-47c6-be08-ed9e00d1e6c8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2026.6.24 신원CC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16be369f-2389-47c6-be08-ed9e00d1e6c8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16be369f-2389-47c6-be08-ed9e00d1e6c8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16be369f-2389-47c6-be08-ed9e00d1e6c8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16be369f-2389-47c6-be08-ed9e00d1e6c8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2026.07.10 | 스마트KU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"T&amp;T"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b8ea4d4e-d777-4ef1-9f25-94dd187be584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b8ea4d4e-d777-4ef1-9f25-94dd187be584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b8ea4d4e-d777-4ef1-9f25-94dd187be584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b8ea4d4e-d777-4ef1-9f25-94dd187be584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2026.07.10 스마트KU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b8ea4d4e-d777-4ef1-9f25-94dd187be584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b8ea4d4e-d777-4ef1-9f25-94dd187be584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b8ea4d4e-d777-4ef1-9f25-94dd187be584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b8ea4d4e-d777-4ef1-9f25-94dd187be584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2026.07.22 | 베어크리크 크리크 코스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"7월 벙개 라운딩"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c39e633b-41bb-4589-a045-74ac81b984ec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c39e633b-41bb-4589-a045-74ac81b984ec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c39e633b-41bb-4589-a045-74ac81b984ec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c39e633b-41bb-4589-a045-74ac81b984ec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⛳ 2026.09.30 | 신원CC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3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"9월 월례회 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C:\Users\pcs10\.gemini\antigravity\scratch\snu-ai-golf4\scratch\temp_images\img_df67fec3-b6f2-4616-aeb1-c0cb4274df88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331720"/>
          </a:xfrm>
          <a:prstGeom prst="rect">
            <a:avLst/>
          </a:prstGeom>
        </p:spPr>
      </p:pic>
      <p:pic>
        <p:nvPicPr>
          <p:cNvPr id="6" name="Image 1" descr="C:\Users\pcs10\.gemini\antigravity\scratch\snu-ai-golf4\scratch\temp_images\img_df67fec3-b6f2-4616-aeb1-c0cb4274df88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188720"/>
            <a:ext cx="3931920" cy="2331720"/>
          </a:xfrm>
          <a:prstGeom prst="rect">
            <a:avLst/>
          </a:prstGeom>
        </p:spPr>
      </p:pic>
      <p:pic>
        <p:nvPicPr>
          <p:cNvPr id="7" name="Image 2" descr="C:\Users\pcs10\.gemini\antigravity\scratch\snu-ai-golf4\scratch\temp_images\img_df67fec3-b6f2-4616-aeb1-c0cb4274df88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94760"/>
            <a:ext cx="3931920" cy="2331720"/>
          </a:xfrm>
          <a:prstGeom prst="rect">
            <a:avLst/>
          </a:prstGeom>
        </p:spPr>
      </p:pic>
      <p:pic>
        <p:nvPicPr>
          <p:cNvPr id="8" name="Image 3" descr="C:\Users\pcs10\.gemini\antigravity\scratch\snu-ai-golf4\scratch\temp_images\img_df67fec3-b6f2-4616-aeb1-c0cb4274df88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94760"/>
            <a:ext cx="3931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📸 2026.09.30 신원CC - 주요 현장 컷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pic>
        <p:nvPicPr>
          <p:cNvPr id="4" name="Image 0" descr="C:\Users\pcs10\.gemini\antigravity\scratch\snu-ai-golf4\scratch\temp_images\img_df67fec3-b6f2-4616-aeb1-c0cb4274df88_extra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31920" cy="2377440"/>
          </a:xfrm>
          <a:prstGeom prst="rect">
            <a:avLst/>
          </a:prstGeom>
        </p:spPr>
      </p:pic>
      <p:pic>
        <p:nvPicPr>
          <p:cNvPr id="5" name="Image 1" descr="C:\Users\pcs10\.gemini\antigravity\scratch\snu-ai-golf4\scratch\temp_images\img_df67fec3-b6f2-4616-aeb1-c0cb4274df88_extra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097280"/>
            <a:ext cx="3931920" cy="2377440"/>
          </a:xfrm>
          <a:prstGeom prst="rect">
            <a:avLst/>
          </a:prstGeom>
        </p:spPr>
      </p:pic>
      <p:pic>
        <p:nvPicPr>
          <p:cNvPr id="6" name="Image 2" descr="C:\Users\pcs10\.gemini\antigravity\scratch\snu-ai-golf4\scratch\temp_images\img_df67fec3-b6f2-4616-aeb1-c0cb4274df88_extra_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3749040"/>
            <a:ext cx="3931920" cy="2377440"/>
          </a:xfrm>
          <a:prstGeom prst="rect">
            <a:avLst/>
          </a:prstGeom>
        </p:spPr>
      </p:pic>
      <p:pic>
        <p:nvPicPr>
          <p:cNvPr id="7" name="Image 3" descr="C:\Users\pcs10\.gemini\antigravity\scratch\snu-ai-golf4\scratch\temp_images\img_df67fec3-b6f2-4616-aeb1-c0cb4274df88_extra_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54880" y="374904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8595360" cy="6309360"/>
          </a:xfrm>
          <a:prstGeom prst="rect">
            <a:avLst/>
          </a:prstGeom>
          <a:solidFill>
            <a:srgbClr val="1E3A2B"/>
          </a:solidFill>
          <a:ln w="25400">
            <a:solidFill>
              <a:srgbClr val="F1C4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1C4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SNU AI CEO 4기 골프회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함께해서 더욱 행복했던 2026 시즌!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원우 여러분의 멋진 플레이와 소중한 추억에 감사드립니다.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납회식에서 기쁜 마음으로 뵙겠습니다! ⛳🏆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2026-10-04T13:23:34Z</dcterms:created>
  <dcterms:modified xsi:type="dcterms:W3CDTF">2026-10-04T13:23:34Z</dcterms:modified>
</cp:coreProperties>
</file>