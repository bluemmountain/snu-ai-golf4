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image" Target="../media/image-13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image" Target="../media/image-14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image" Target="../media/image-15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image" Target="../media/image-16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image" Target="../media/image-17-3.jpg"/><Relationship Id="rId4" Type="http://schemas.openxmlformats.org/officeDocument/2006/relationships/image" Target="../media/image-17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image" Target="../media/image-18-3.jpg"/><Relationship Id="rId4" Type="http://schemas.openxmlformats.org/officeDocument/2006/relationships/image" Target="../media/image-18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image" Target="../media/image-19-3.jpg"/><Relationship Id="rId4" Type="http://schemas.openxmlformats.org/officeDocument/2006/relationships/image" Target="../media/image-19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image" Target="../media/image-20-3.jpg"/><Relationship Id="rId4" Type="http://schemas.openxmlformats.org/officeDocument/2006/relationships/image" Target="../media/image-20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image" Target="../media/image-21-3.jpg"/><Relationship Id="rId4" Type="http://schemas.openxmlformats.org/officeDocument/2006/relationships/image" Target="../media/image-21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image" Target="../media/image-22-3.jpg"/><Relationship Id="rId4" Type="http://schemas.openxmlformats.org/officeDocument/2006/relationships/image" Target="../media/image-22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4552" cy="5943600"/>
          </a:xfrm>
          <a:prstGeom prst="rect">
            <a:avLst/>
          </a:prstGeom>
          <a:solidFill>
            <a:srgbClr val="1E3A2B"/>
          </a:solidFill>
          <a:ln w="31750">
            <a:solidFill>
              <a:srgbClr val="F1C4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1C4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서울대학교 AICEO 4기 골프회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07259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추억의 그린 메모리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2025.12 임원회의 ~ 2026.09 월례회 라운드 기록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75488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1C4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🎖️ 11월 납회식 특별 기념 프레젠테이션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📅 2026 SNU AI GOLF 활동 타임라인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725912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7160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813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5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2025.12.17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94560" y="14813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[여의도 증권사 사무실] 26년을 위한 골프회 임원 회의.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176272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5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20260205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94560" y="2286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[cruise] cruise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980944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09067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5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2026.02.06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94560" y="30906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[소노펠리체CC in 하이퐁] 테스트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785616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895344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5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2026.02.07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94560" y="389534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[소노펠리체CC in 하이퐁] 베트남 하이퐁 워크샾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590288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70001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5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2026.03.24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94560" y="470001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[신원CC] 3월 월례회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539496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50468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5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2026.04.03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194560" y="55046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[아시아나cc] 회장단 라운드 for 5/27 원우회장 배 골프대회 준비 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0" y="137160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4813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5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2026.04.22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680960" y="14813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[신원CC] 4월 월례회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0" y="2176272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2286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5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2026.05.27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680960" y="2286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[신원CC] 5월 월례회. 웜우회장 배 골대회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17920" y="2980944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309067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5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2026.6.24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680960" y="30906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[신원CC] 6월 월례회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17920" y="3785616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3895344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5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2026.07.10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680960" y="389534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[스마트KU] T&amp;T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217920" y="4590288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470001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5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2026.07.22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680960" y="470001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[베어크리크 크리크 코스] 7월 벙개 라운딩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217920" y="539496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550468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5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2026.09.30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680960" y="55046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[신원CC] 9월 월례회 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⛳ 2025.12.17 | 여의도 증권사 사무실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35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"26년을 위한 골프회 임원 회의."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C:\Users\pcs10\.gemini\antigravity\scratch\snu-ai-golf4\scratch\temp_images\img_c77f1e6e-8a51-4288-b7d5-9b3f454b36d2_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11680" y="1371600"/>
            <a:ext cx="816559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⛳ 20260205 | cruise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35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"cruise"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C:\Users\pcs10\.gemini\antigravity\scratch\snu-ai-golf4\scratch\temp_images\img_568c4a1f-b54f-4a8c-876d-97a26b0a6704_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11680" y="1371600"/>
            <a:ext cx="816559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⛳ 2026.02.06 | 소노펠리체CC in 하이퐁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35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"테스트"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C:\Users\pcs10\.gemini\antigravity\scratch\snu-ai-golf4\scratch\temp_images\img_1e0ec71e-20ac-46bf-8ab1-c06128028204_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11680" y="1371600"/>
            <a:ext cx="816559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⛳ 2026.02.07 | 소노펠리체CC in 하이퐁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35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"베트남 하이퐁 워크샾"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C:\Users\pcs10\.gemini\antigravity\scratch\snu-ai-golf4\scratch\temp_images\img_af558d36-bbea-4d77-8bac-67af95247ecd_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371600"/>
            <a:ext cx="5120640" cy="2331720"/>
          </a:xfrm>
          <a:prstGeom prst="rect">
            <a:avLst/>
          </a:prstGeom>
        </p:spPr>
      </p:pic>
      <p:pic>
        <p:nvPicPr>
          <p:cNvPr id="6" name="Image 1" descr="C:\Users\pcs10\.gemini\antigravity\scratch\snu-ai-golf4\scratch\temp_images\img_af558d36-bbea-4d77-8bac-67af95247ecd_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371600"/>
            <a:ext cx="5120640" cy="2331720"/>
          </a:xfrm>
          <a:prstGeom prst="rect">
            <a:avLst/>
          </a:prstGeom>
        </p:spPr>
      </p:pic>
      <p:pic>
        <p:nvPicPr>
          <p:cNvPr id="7" name="Image 2" descr="C:\Users\pcs10\.gemini\antigravity\scratch\snu-ai-golf4\scratch\temp_images\img_af558d36-bbea-4d77-8bac-67af95247ecd_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1520" y="3977640"/>
            <a:ext cx="5120640" cy="2331720"/>
          </a:xfrm>
          <a:prstGeom prst="rect">
            <a:avLst/>
          </a:prstGeom>
        </p:spPr>
      </p:pic>
      <p:pic>
        <p:nvPicPr>
          <p:cNvPr id="8" name="Image 3" descr="C:\Users\pcs10\.gemini\antigravity\scratch\snu-ai-golf4\scratch\temp_images\img_af558d36-bbea-4d77-8bac-67af95247ecd_4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17920" y="3977640"/>
            <a:ext cx="512064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📸 2026.02.07 소노펠리체CC in 하이퐁 - 주요 현장 컷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725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pcs10\.gemini\antigravity\scratch\snu-ai-golf4\scratch\temp_images\img_af558d36-bbea-4d77-8bac-67af95247ecd_extra_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280160"/>
            <a:ext cx="5120640" cy="2331720"/>
          </a:xfrm>
          <a:prstGeom prst="rect">
            <a:avLst/>
          </a:prstGeom>
        </p:spPr>
      </p:pic>
      <p:pic>
        <p:nvPicPr>
          <p:cNvPr id="5" name="Image 1" descr="C:\Users\pcs10\.gemini\antigravity\scratch\snu-ai-golf4\scratch\temp_images\img_af558d36-bbea-4d77-8bac-67af95247ecd_extra_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280160"/>
            <a:ext cx="5120640" cy="2331720"/>
          </a:xfrm>
          <a:prstGeom prst="rect">
            <a:avLst/>
          </a:prstGeom>
        </p:spPr>
      </p:pic>
      <p:pic>
        <p:nvPicPr>
          <p:cNvPr id="6" name="Image 2" descr="C:\Users\pcs10\.gemini\antigravity\scratch\snu-ai-golf4\scratch\temp_images\img_af558d36-bbea-4d77-8bac-67af95247ecd_extra_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1520" y="3886200"/>
            <a:ext cx="5120640" cy="2331720"/>
          </a:xfrm>
          <a:prstGeom prst="rect">
            <a:avLst/>
          </a:prstGeom>
        </p:spPr>
      </p:pic>
      <p:pic>
        <p:nvPicPr>
          <p:cNvPr id="7" name="Image 3" descr="C:\Users\pcs10\.gemini\antigravity\scratch\snu-ai-golf4\scratch\temp_images\img_af558d36-bbea-4d77-8bac-67af95247ecd_extra_4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17920" y="3886200"/>
            <a:ext cx="512064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⛳ 2026.03.24 | 신원CC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35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"3월 월례회"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C:\Users\pcs10\.gemini\antigravity\scratch\snu-ai-golf4\scratch\temp_images\img_8963bc05-ea1f-4082-87b5-5d04574f9a6d_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371600"/>
            <a:ext cx="5120640" cy="2331720"/>
          </a:xfrm>
          <a:prstGeom prst="rect">
            <a:avLst/>
          </a:prstGeom>
        </p:spPr>
      </p:pic>
      <p:pic>
        <p:nvPicPr>
          <p:cNvPr id="6" name="Image 1" descr="C:\Users\pcs10\.gemini\antigravity\scratch\snu-ai-golf4\scratch\temp_images\img_8963bc05-ea1f-4082-87b5-5d04574f9a6d_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371600"/>
            <a:ext cx="5120640" cy="2331720"/>
          </a:xfrm>
          <a:prstGeom prst="rect">
            <a:avLst/>
          </a:prstGeom>
        </p:spPr>
      </p:pic>
      <p:pic>
        <p:nvPicPr>
          <p:cNvPr id="7" name="Image 2" descr="C:\Users\pcs10\.gemini\antigravity\scratch\snu-ai-golf4\scratch\temp_images\img_8963bc05-ea1f-4082-87b5-5d04574f9a6d_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1520" y="3977640"/>
            <a:ext cx="5120640" cy="2331720"/>
          </a:xfrm>
          <a:prstGeom prst="rect">
            <a:avLst/>
          </a:prstGeom>
        </p:spPr>
      </p:pic>
      <p:pic>
        <p:nvPicPr>
          <p:cNvPr id="8" name="Image 3" descr="C:\Users\pcs10\.gemini\antigravity\scratch\snu-ai-golf4\scratch\temp_images\img_8963bc05-ea1f-4082-87b5-5d04574f9a6d_4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17920" y="3977640"/>
            <a:ext cx="512064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📸 2026.03.24 신원CC - 주요 현장 컷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725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pcs10\.gemini\antigravity\scratch\snu-ai-golf4\scratch\temp_images\img_8963bc05-ea1f-4082-87b5-5d04574f9a6d_extra_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280160"/>
            <a:ext cx="5120640" cy="2331720"/>
          </a:xfrm>
          <a:prstGeom prst="rect">
            <a:avLst/>
          </a:prstGeom>
        </p:spPr>
      </p:pic>
      <p:pic>
        <p:nvPicPr>
          <p:cNvPr id="5" name="Image 1" descr="C:\Users\pcs10\.gemini\antigravity\scratch\snu-ai-golf4\scratch\temp_images\img_8963bc05-ea1f-4082-87b5-5d04574f9a6d_extra_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280160"/>
            <a:ext cx="5120640" cy="2331720"/>
          </a:xfrm>
          <a:prstGeom prst="rect">
            <a:avLst/>
          </a:prstGeom>
        </p:spPr>
      </p:pic>
      <p:pic>
        <p:nvPicPr>
          <p:cNvPr id="6" name="Image 2" descr="C:\Users\pcs10\.gemini\antigravity\scratch\snu-ai-golf4\scratch\temp_images\img_8963bc05-ea1f-4082-87b5-5d04574f9a6d_extra_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1520" y="3886200"/>
            <a:ext cx="5120640" cy="2331720"/>
          </a:xfrm>
          <a:prstGeom prst="rect">
            <a:avLst/>
          </a:prstGeom>
        </p:spPr>
      </p:pic>
      <p:pic>
        <p:nvPicPr>
          <p:cNvPr id="7" name="Image 3" descr="C:\Users\pcs10\.gemini\antigravity\scratch\snu-ai-golf4\scratch\temp_images\img_8963bc05-ea1f-4082-87b5-5d04574f9a6d_extra_4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17920" y="3886200"/>
            <a:ext cx="512064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⛳ 2026.04.03 | 아시아나cc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35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"회장단 라운드 for 5/27 원우회장 배 골프대회 준비 "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C:\Users\pcs10\.gemini\antigravity\scratch\snu-ai-golf4\scratch\temp_images\img_de5e5e60-eaf9-46d3-89d4-39de4a244c94_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371600"/>
            <a:ext cx="5120640" cy="2331720"/>
          </a:xfrm>
          <a:prstGeom prst="rect">
            <a:avLst/>
          </a:prstGeom>
        </p:spPr>
      </p:pic>
      <p:pic>
        <p:nvPicPr>
          <p:cNvPr id="6" name="Image 1" descr="C:\Users\pcs10\.gemini\antigravity\scratch\snu-ai-golf4\scratch\temp_images\img_de5e5e60-eaf9-46d3-89d4-39de4a244c94_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371600"/>
            <a:ext cx="5120640" cy="2331720"/>
          </a:xfrm>
          <a:prstGeom prst="rect">
            <a:avLst/>
          </a:prstGeom>
        </p:spPr>
      </p:pic>
      <p:pic>
        <p:nvPicPr>
          <p:cNvPr id="7" name="Image 2" descr="C:\Users\pcs10\.gemini\antigravity\scratch\snu-ai-golf4\scratch\temp_images\img_de5e5e60-eaf9-46d3-89d4-39de4a244c94_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1520" y="3977640"/>
            <a:ext cx="5120640" cy="2331720"/>
          </a:xfrm>
          <a:prstGeom prst="rect">
            <a:avLst/>
          </a:prstGeom>
        </p:spPr>
      </p:pic>
      <p:pic>
        <p:nvPicPr>
          <p:cNvPr id="8" name="Image 3" descr="C:\Users\pcs10\.gemini\antigravity\scratch\snu-ai-golf4\scratch\temp_images\img_de5e5e60-eaf9-46d3-89d4-39de4a244c94_4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17920" y="3977640"/>
            <a:ext cx="512064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📸 2026.04.03 아시아나cc - 주요 현장 컷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725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pcs10\.gemini\antigravity\scratch\snu-ai-golf4\scratch\temp_images\img_de5e5e60-eaf9-46d3-89d4-39de4a244c94_extra_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280160"/>
            <a:ext cx="5120640" cy="2331720"/>
          </a:xfrm>
          <a:prstGeom prst="rect">
            <a:avLst/>
          </a:prstGeom>
        </p:spPr>
      </p:pic>
      <p:pic>
        <p:nvPicPr>
          <p:cNvPr id="5" name="Image 1" descr="C:\Users\pcs10\.gemini\antigravity\scratch\snu-ai-golf4\scratch\temp_images\img_de5e5e60-eaf9-46d3-89d4-39de4a244c94_extra_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280160"/>
            <a:ext cx="5120640" cy="2331720"/>
          </a:xfrm>
          <a:prstGeom prst="rect">
            <a:avLst/>
          </a:prstGeom>
        </p:spPr>
      </p:pic>
      <p:pic>
        <p:nvPicPr>
          <p:cNvPr id="6" name="Image 2" descr="C:\Users\pcs10\.gemini\antigravity\scratch\snu-ai-golf4\scratch\temp_images\img_de5e5e60-eaf9-46d3-89d4-39de4a244c94_extra_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1520" y="3886200"/>
            <a:ext cx="5120640" cy="2331720"/>
          </a:xfrm>
          <a:prstGeom prst="rect">
            <a:avLst/>
          </a:prstGeom>
        </p:spPr>
      </p:pic>
      <p:pic>
        <p:nvPicPr>
          <p:cNvPr id="7" name="Image 3" descr="C:\Users\pcs10\.gemini\antigravity\scratch\snu-ai-golf4\scratch\temp_images\img_de5e5e60-eaf9-46d3-89d4-39de4a244c94_extra_4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17920" y="3886200"/>
            <a:ext cx="512064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⛳ 2026.04.22 | 신원CC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35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"4월 월례회"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C:\Users\pcs10\.gemini\antigravity\scratch\snu-ai-golf4\scratch\temp_images\img_8e83bf18-54ca-4d6e-8fad-e906c2cf522d_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371600"/>
            <a:ext cx="5120640" cy="2331720"/>
          </a:xfrm>
          <a:prstGeom prst="rect">
            <a:avLst/>
          </a:prstGeom>
        </p:spPr>
      </p:pic>
      <p:pic>
        <p:nvPicPr>
          <p:cNvPr id="6" name="Image 1" descr="C:\Users\pcs10\.gemini\antigravity\scratch\snu-ai-golf4\scratch\temp_images\img_8e83bf18-54ca-4d6e-8fad-e906c2cf522d_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371600"/>
            <a:ext cx="5120640" cy="2331720"/>
          </a:xfrm>
          <a:prstGeom prst="rect">
            <a:avLst/>
          </a:prstGeom>
        </p:spPr>
      </p:pic>
      <p:pic>
        <p:nvPicPr>
          <p:cNvPr id="7" name="Image 2" descr="C:\Users\pcs10\.gemini\antigravity\scratch\snu-ai-golf4\scratch\temp_images\img_8e83bf18-54ca-4d6e-8fad-e906c2cf522d_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1520" y="3977640"/>
            <a:ext cx="5120640" cy="2331720"/>
          </a:xfrm>
          <a:prstGeom prst="rect">
            <a:avLst/>
          </a:prstGeom>
        </p:spPr>
      </p:pic>
      <p:pic>
        <p:nvPicPr>
          <p:cNvPr id="8" name="Image 3" descr="C:\Users\pcs10\.gemini\antigravity\scratch\snu-ai-golf4\scratch\temp_images\img_8e83bf18-54ca-4d6e-8fad-e906c2cf522d_4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17920" y="3977640"/>
            <a:ext cx="512064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📸 2026.04.22 신원CC - 주요 현장 컷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725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pcs10\.gemini\antigravity\scratch\snu-ai-golf4\scratch\temp_images\img_8e83bf18-54ca-4d6e-8fad-e906c2cf522d_extra_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280160"/>
            <a:ext cx="5120640" cy="2331720"/>
          </a:xfrm>
          <a:prstGeom prst="rect">
            <a:avLst/>
          </a:prstGeom>
        </p:spPr>
      </p:pic>
      <p:pic>
        <p:nvPicPr>
          <p:cNvPr id="5" name="Image 1" descr="C:\Users\pcs10\.gemini\antigravity\scratch\snu-ai-golf4\scratch\temp_images\img_8e83bf18-54ca-4d6e-8fad-e906c2cf522d_extra_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280160"/>
            <a:ext cx="5120640" cy="2331720"/>
          </a:xfrm>
          <a:prstGeom prst="rect">
            <a:avLst/>
          </a:prstGeom>
        </p:spPr>
      </p:pic>
      <p:pic>
        <p:nvPicPr>
          <p:cNvPr id="6" name="Image 2" descr="C:\Users\pcs10\.gemini\antigravity\scratch\snu-ai-golf4\scratch\temp_images\img_8e83bf18-54ca-4d6e-8fad-e906c2cf522d_extra_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1520" y="3886200"/>
            <a:ext cx="5120640" cy="2331720"/>
          </a:xfrm>
          <a:prstGeom prst="rect">
            <a:avLst/>
          </a:prstGeom>
        </p:spPr>
      </p:pic>
      <p:pic>
        <p:nvPicPr>
          <p:cNvPr id="7" name="Image 3" descr="C:\Users\pcs10\.gemini\antigravity\scratch\snu-ai-golf4\scratch\temp_images\img_8e83bf18-54ca-4d6e-8fad-e906c2cf522d_extra_4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17920" y="3886200"/>
            <a:ext cx="512064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⛳ 2026.05.27 | 신원CC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35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"5월 월례회. 웜우회장 배 골대회"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C:\Users\pcs10\.gemini\antigravity\scratch\snu-ai-golf4\scratch\temp_images\img_cc2a1dfd-015f-4df3-8510-3b5bfc4586b7_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371600"/>
            <a:ext cx="5120640" cy="2331720"/>
          </a:xfrm>
          <a:prstGeom prst="rect">
            <a:avLst/>
          </a:prstGeom>
        </p:spPr>
      </p:pic>
      <p:pic>
        <p:nvPicPr>
          <p:cNvPr id="6" name="Image 1" descr="C:\Users\pcs10\.gemini\antigravity\scratch\snu-ai-golf4\scratch\temp_images\img_cc2a1dfd-015f-4df3-8510-3b5bfc4586b7_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371600"/>
            <a:ext cx="5120640" cy="2331720"/>
          </a:xfrm>
          <a:prstGeom prst="rect">
            <a:avLst/>
          </a:prstGeom>
        </p:spPr>
      </p:pic>
      <p:pic>
        <p:nvPicPr>
          <p:cNvPr id="7" name="Image 2" descr="C:\Users\pcs10\.gemini\antigravity\scratch\snu-ai-golf4\scratch\temp_images\img_cc2a1dfd-015f-4df3-8510-3b5bfc4586b7_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1520" y="3977640"/>
            <a:ext cx="5120640" cy="2331720"/>
          </a:xfrm>
          <a:prstGeom prst="rect">
            <a:avLst/>
          </a:prstGeom>
        </p:spPr>
      </p:pic>
      <p:pic>
        <p:nvPicPr>
          <p:cNvPr id="8" name="Image 3" descr="C:\Users\pcs10\.gemini\antigravity\scratch\snu-ai-golf4\scratch\temp_images\img_cc2a1dfd-015f-4df3-8510-3b5bfc4586b7_4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17920" y="3977640"/>
            <a:ext cx="512064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📸 2026.05.27 신원CC - 주요 현장 컷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725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pcs10\.gemini\antigravity\scratch\snu-ai-golf4\scratch\temp_images\img_cc2a1dfd-015f-4df3-8510-3b5bfc4586b7_extra_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280160"/>
            <a:ext cx="5120640" cy="2331720"/>
          </a:xfrm>
          <a:prstGeom prst="rect">
            <a:avLst/>
          </a:prstGeom>
        </p:spPr>
      </p:pic>
      <p:pic>
        <p:nvPicPr>
          <p:cNvPr id="5" name="Image 1" descr="C:\Users\pcs10\.gemini\antigravity\scratch\snu-ai-golf4\scratch\temp_images\img_cc2a1dfd-015f-4df3-8510-3b5bfc4586b7_extra_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280160"/>
            <a:ext cx="5120640" cy="2331720"/>
          </a:xfrm>
          <a:prstGeom prst="rect">
            <a:avLst/>
          </a:prstGeom>
        </p:spPr>
      </p:pic>
      <p:pic>
        <p:nvPicPr>
          <p:cNvPr id="6" name="Image 2" descr="C:\Users\pcs10\.gemini\antigravity\scratch\snu-ai-golf4\scratch\temp_images\img_cc2a1dfd-015f-4df3-8510-3b5bfc4586b7_extra_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1520" y="3886200"/>
            <a:ext cx="5120640" cy="2331720"/>
          </a:xfrm>
          <a:prstGeom prst="rect">
            <a:avLst/>
          </a:prstGeom>
        </p:spPr>
      </p:pic>
      <p:pic>
        <p:nvPicPr>
          <p:cNvPr id="7" name="Image 3" descr="C:\Users\pcs10\.gemini\antigravity\scratch\snu-ai-golf4\scratch\temp_images\img_cc2a1dfd-015f-4df3-8510-3b5bfc4586b7_extra_4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17920" y="3886200"/>
            <a:ext cx="512064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⛳ 2026.6.24 | 신원CC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35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"6월 월례회"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C:\Users\pcs10\.gemini\antigravity\scratch\snu-ai-golf4\scratch\temp_images\img_16be369f-2389-47c6-be08-ed9e00d1e6c8_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371600"/>
            <a:ext cx="5120640" cy="2331720"/>
          </a:xfrm>
          <a:prstGeom prst="rect">
            <a:avLst/>
          </a:prstGeom>
        </p:spPr>
      </p:pic>
      <p:pic>
        <p:nvPicPr>
          <p:cNvPr id="6" name="Image 1" descr="C:\Users\pcs10\.gemini\antigravity\scratch\snu-ai-golf4\scratch\temp_images\img_16be369f-2389-47c6-be08-ed9e00d1e6c8_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371600"/>
            <a:ext cx="5120640" cy="2331720"/>
          </a:xfrm>
          <a:prstGeom prst="rect">
            <a:avLst/>
          </a:prstGeom>
        </p:spPr>
      </p:pic>
      <p:pic>
        <p:nvPicPr>
          <p:cNvPr id="7" name="Image 2" descr="C:\Users\pcs10\.gemini\antigravity\scratch\snu-ai-golf4\scratch\temp_images\img_16be369f-2389-47c6-be08-ed9e00d1e6c8_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1520" y="3977640"/>
            <a:ext cx="5120640" cy="2331720"/>
          </a:xfrm>
          <a:prstGeom prst="rect">
            <a:avLst/>
          </a:prstGeom>
        </p:spPr>
      </p:pic>
      <p:pic>
        <p:nvPicPr>
          <p:cNvPr id="8" name="Image 3" descr="C:\Users\pcs10\.gemini\antigravity\scratch\snu-ai-golf4\scratch\temp_images\img_16be369f-2389-47c6-be08-ed9e00d1e6c8_4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17920" y="3977640"/>
            <a:ext cx="512064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📸 2026.6.24 신원CC - 주요 현장 컷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725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pcs10\.gemini\antigravity\scratch\snu-ai-golf4\scratch\temp_images\img_16be369f-2389-47c6-be08-ed9e00d1e6c8_extra_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280160"/>
            <a:ext cx="5120640" cy="2331720"/>
          </a:xfrm>
          <a:prstGeom prst="rect">
            <a:avLst/>
          </a:prstGeom>
        </p:spPr>
      </p:pic>
      <p:pic>
        <p:nvPicPr>
          <p:cNvPr id="5" name="Image 1" descr="C:\Users\pcs10\.gemini\antigravity\scratch\snu-ai-golf4\scratch\temp_images\img_16be369f-2389-47c6-be08-ed9e00d1e6c8_extra_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280160"/>
            <a:ext cx="5120640" cy="2331720"/>
          </a:xfrm>
          <a:prstGeom prst="rect">
            <a:avLst/>
          </a:prstGeom>
        </p:spPr>
      </p:pic>
      <p:pic>
        <p:nvPicPr>
          <p:cNvPr id="6" name="Image 2" descr="C:\Users\pcs10\.gemini\antigravity\scratch\snu-ai-golf4\scratch\temp_images\img_16be369f-2389-47c6-be08-ed9e00d1e6c8_extra_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1520" y="3886200"/>
            <a:ext cx="5120640" cy="2331720"/>
          </a:xfrm>
          <a:prstGeom prst="rect">
            <a:avLst/>
          </a:prstGeom>
        </p:spPr>
      </p:pic>
      <p:pic>
        <p:nvPicPr>
          <p:cNvPr id="7" name="Image 3" descr="C:\Users\pcs10\.gemini\antigravity\scratch\snu-ai-golf4\scratch\temp_images\img_16be369f-2389-47c6-be08-ed9e00d1e6c8_extra_4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17920" y="3886200"/>
            <a:ext cx="512064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⛳ 2026.07.10 | 스마트KU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35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"T&amp;T"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C:\Users\pcs10\.gemini\antigravity\scratch\snu-ai-golf4\scratch\temp_images\img_b8ea4d4e-d777-4ef1-9f25-94dd187be584_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371600"/>
            <a:ext cx="5120640" cy="2331720"/>
          </a:xfrm>
          <a:prstGeom prst="rect">
            <a:avLst/>
          </a:prstGeom>
        </p:spPr>
      </p:pic>
      <p:pic>
        <p:nvPicPr>
          <p:cNvPr id="6" name="Image 1" descr="C:\Users\pcs10\.gemini\antigravity\scratch\snu-ai-golf4\scratch\temp_images\img_b8ea4d4e-d777-4ef1-9f25-94dd187be584_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371600"/>
            <a:ext cx="5120640" cy="2331720"/>
          </a:xfrm>
          <a:prstGeom prst="rect">
            <a:avLst/>
          </a:prstGeom>
        </p:spPr>
      </p:pic>
      <p:pic>
        <p:nvPicPr>
          <p:cNvPr id="7" name="Image 2" descr="C:\Users\pcs10\.gemini\antigravity\scratch\snu-ai-golf4\scratch\temp_images\img_b8ea4d4e-d777-4ef1-9f25-94dd187be584_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1520" y="3977640"/>
            <a:ext cx="5120640" cy="2331720"/>
          </a:xfrm>
          <a:prstGeom prst="rect">
            <a:avLst/>
          </a:prstGeom>
        </p:spPr>
      </p:pic>
      <p:pic>
        <p:nvPicPr>
          <p:cNvPr id="8" name="Image 3" descr="C:\Users\pcs10\.gemini\antigravity\scratch\snu-ai-golf4\scratch\temp_images\img_b8ea4d4e-d777-4ef1-9f25-94dd187be584_4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17920" y="3977640"/>
            <a:ext cx="512064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📸 2026.07.10 스마트KU - 주요 현장 컷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725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pcs10\.gemini\antigravity\scratch\snu-ai-golf4\scratch\temp_images\img_b8ea4d4e-d777-4ef1-9f25-94dd187be584_extra_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280160"/>
            <a:ext cx="5120640" cy="2331720"/>
          </a:xfrm>
          <a:prstGeom prst="rect">
            <a:avLst/>
          </a:prstGeom>
        </p:spPr>
      </p:pic>
      <p:pic>
        <p:nvPicPr>
          <p:cNvPr id="5" name="Image 1" descr="C:\Users\pcs10\.gemini\antigravity\scratch\snu-ai-golf4\scratch\temp_images\img_b8ea4d4e-d777-4ef1-9f25-94dd187be584_extra_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280160"/>
            <a:ext cx="5120640" cy="2331720"/>
          </a:xfrm>
          <a:prstGeom prst="rect">
            <a:avLst/>
          </a:prstGeom>
        </p:spPr>
      </p:pic>
      <p:pic>
        <p:nvPicPr>
          <p:cNvPr id="6" name="Image 2" descr="C:\Users\pcs10\.gemini\antigravity\scratch\snu-ai-golf4\scratch\temp_images\img_b8ea4d4e-d777-4ef1-9f25-94dd187be584_extra_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1520" y="3886200"/>
            <a:ext cx="5120640" cy="2331720"/>
          </a:xfrm>
          <a:prstGeom prst="rect">
            <a:avLst/>
          </a:prstGeom>
        </p:spPr>
      </p:pic>
      <p:pic>
        <p:nvPicPr>
          <p:cNvPr id="7" name="Image 3" descr="C:\Users\pcs10\.gemini\antigravity\scratch\snu-ai-golf4\scratch\temp_images\img_b8ea4d4e-d777-4ef1-9f25-94dd187be584_extra_4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17920" y="3886200"/>
            <a:ext cx="512064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⛳ 2026.07.22 | 베어크리크 크리크 코스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35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"7월 벙개 라운딩"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C:\Users\pcs10\.gemini\antigravity\scratch\snu-ai-golf4\scratch\temp_images\img_c39e633b-41bb-4589-a045-74ac81b984ec_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371600"/>
            <a:ext cx="5120640" cy="2331720"/>
          </a:xfrm>
          <a:prstGeom prst="rect">
            <a:avLst/>
          </a:prstGeom>
        </p:spPr>
      </p:pic>
      <p:pic>
        <p:nvPicPr>
          <p:cNvPr id="6" name="Image 1" descr="C:\Users\pcs10\.gemini\antigravity\scratch\snu-ai-golf4\scratch\temp_images\img_c39e633b-41bb-4589-a045-74ac81b984ec_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371600"/>
            <a:ext cx="5120640" cy="2331720"/>
          </a:xfrm>
          <a:prstGeom prst="rect">
            <a:avLst/>
          </a:prstGeom>
        </p:spPr>
      </p:pic>
      <p:pic>
        <p:nvPicPr>
          <p:cNvPr id="7" name="Image 2" descr="C:\Users\pcs10\.gemini\antigravity\scratch\snu-ai-golf4\scratch\temp_images\img_c39e633b-41bb-4589-a045-74ac81b984ec_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1520" y="3977640"/>
            <a:ext cx="5120640" cy="2331720"/>
          </a:xfrm>
          <a:prstGeom prst="rect">
            <a:avLst/>
          </a:prstGeom>
        </p:spPr>
      </p:pic>
      <p:pic>
        <p:nvPicPr>
          <p:cNvPr id="8" name="Image 3" descr="C:\Users\pcs10\.gemini\antigravity\scratch\snu-ai-golf4\scratch\temp_images\img_c39e633b-41bb-4589-a045-74ac81b984ec_4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17920" y="3977640"/>
            <a:ext cx="512064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⛳ 2026.09.30 | 신원CC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35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"9월 월례회 "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C:\Users\pcs10\.gemini\antigravity\scratch\snu-ai-golf4\scratch\temp_images\img_df67fec3-b6f2-4616-aeb1-c0cb4274df88_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371600"/>
            <a:ext cx="5120640" cy="2331720"/>
          </a:xfrm>
          <a:prstGeom prst="rect">
            <a:avLst/>
          </a:prstGeom>
        </p:spPr>
      </p:pic>
      <p:pic>
        <p:nvPicPr>
          <p:cNvPr id="6" name="Image 1" descr="C:\Users\pcs10\.gemini\antigravity\scratch\snu-ai-golf4\scratch\temp_images\img_df67fec3-b6f2-4616-aeb1-c0cb4274df88_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371600"/>
            <a:ext cx="5120640" cy="2331720"/>
          </a:xfrm>
          <a:prstGeom prst="rect">
            <a:avLst/>
          </a:prstGeom>
        </p:spPr>
      </p:pic>
      <p:pic>
        <p:nvPicPr>
          <p:cNvPr id="7" name="Image 2" descr="C:\Users\pcs10\.gemini\antigravity\scratch\snu-ai-golf4\scratch\temp_images\img_df67fec3-b6f2-4616-aeb1-c0cb4274df88_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1520" y="3977640"/>
            <a:ext cx="5120640" cy="2331720"/>
          </a:xfrm>
          <a:prstGeom prst="rect">
            <a:avLst/>
          </a:prstGeom>
        </p:spPr>
      </p:pic>
      <p:pic>
        <p:nvPicPr>
          <p:cNvPr id="8" name="Image 3" descr="C:\Users\pcs10\.gemini\antigravity\scratch\snu-ai-golf4\scratch\temp_images\img_df67fec3-b6f2-4616-aeb1-c0cb4274df88_4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17920" y="3977640"/>
            <a:ext cx="512064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📸 2026.09.30 신원CC - 주요 현장 컷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725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pcs10\.gemini\antigravity\scratch\snu-ai-golf4\scratch\temp_images\img_df67fec3-b6f2-4616-aeb1-c0cb4274df88_extra_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280160"/>
            <a:ext cx="5120640" cy="2331720"/>
          </a:xfrm>
          <a:prstGeom prst="rect">
            <a:avLst/>
          </a:prstGeom>
        </p:spPr>
      </p:pic>
      <p:pic>
        <p:nvPicPr>
          <p:cNvPr id="5" name="Image 1" descr="C:\Users\pcs10\.gemini\antigravity\scratch\snu-ai-golf4\scratch\temp_images\img_df67fec3-b6f2-4616-aeb1-c0cb4274df88_extra_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280160"/>
            <a:ext cx="5120640" cy="2331720"/>
          </a:xfrm>
          <a:prstGeom prst="rect">
            <a:avLst/>
          </a:prstGeom>
        </p:spPr>
      </p:pic>
      <p:pic>
        <p:nvPicPr>
          <p:cNvPr id="6" name="Image 2" descr="C:\Users\pcs10\.gemini\antigravity\scratch\snu-ai-golf4\scratch\temp_images\img_df67fec3-b6f2-4616-aeb1-c0cb4274df88_extra_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1520" y="3886200"/>
            <a:ext cx="5120640" cy="2331720"/>
          </a:xfrm>
          <a:prstGeom prst="rect">
            <a:avLst/>
          </a:prstGeom>
        </p:spPr>
      </p:pic>
      <p:pic>
        <p:nvPicPr>
          <p:cNvPr id="7" name="Image 3" descr="C:\Users\pcs10\.gemini\antigravity\scratch\snu-ai-golf4\scratch\temp_images\img_df67fec3-b6f2-4616-aeb1-c0cb4274df88_extra_4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17920" y="3886200"/>
            <a:ext cx="512064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3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4552" cy="5943600"/>
          </a:xfrm>
          <a:prstGeom prst="rect">
            <a:avLst/>
          </a:prstGeom>
          <a:solidFill>
            <a:srgbClr val="1E3A2B"/>
          </a:solidFill>
          <a:ln w="31750">
            <a:solidFill>
              <a:srgbClr val="F1C4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1C4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SNU AI CEO 4기 골프회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함께해서 더욱 행복했던 2026 시즌!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107259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원우 여러분의 멋진 플레이와 소중한 추억에 감사드립니다.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11월 납회식에서 기쁜 마음으로 뵙겠습니다! ⛳🏆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2026-10-04T13:07:14Z</dcterms:created>
  <dcterms:modified xsi:type="dcterms:W3CDTF">2026-10-04T13:07:14Z</dcterms:modified>
</cp:coreProperties>
</file>